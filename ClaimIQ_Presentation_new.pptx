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media" Target="../media/media1.mp4"/><Relationship Id="rId7" Type="http://schemas.openxmlformats.org/officeDocument/2006/relationships/video" Target="../media/media1.mp4"/><Relationship Id="rId8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88952" cy="73152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ClaimIQ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F4FD"/>
                </a:solidFill>
                <a:latin typeface="Calibri"/>
              </a:rPr>
              <a:t>AI-Powered Healthcare Claim Review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Intelligent · Transparent · Human-Supervised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D"/>
                </a:solidFill>
                <a:latin typeface="Calibri"/>
              </a:rPr>
              <a:t>AWS AI &amp; ML Capstone Project  |  June 28,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10908792" cy="384048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18688"/>
            <a:ext cx="8549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84448"/>
            <a:ext cx="10908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301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30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Sushilkumar Nikam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Team Lead, Architect &amp; AI/ML Engineer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59935"/>
            <a:ext cx="10908792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0565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0565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Anupam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05655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RAG Pipeline Engineer &amp; Data 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35424"/>
            <a:ext cx="10908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811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811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Ashish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5811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AI/ML Engineer &amp; LangGraph Workflow Architect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10912"/>
            <a:ext cx="10908792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566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566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Bishwajit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0566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Full Stack Developer, AI/ML Engineer &amp; AWS Infrastructure Engineer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321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32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Arvind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5321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AI/ML Engineer &amp; Backend Developer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961888"/>
            <a:ext cx="10908792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600760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Azim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6007607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AI/ML Engineer &amp; Backend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Healthcare claim processing is broken — and expensive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66"/>
                </a:solidFill>
                <a:latin typeface="Calibri"/>
              </a:rPr>
              <a:t>Insurance carriers spend $30–$50 per claim in manual processing costs. Even a 10 % reduction translates to billions in annual savings.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⏱  Processing Delays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15–30 days average per claim due to manual review queues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73736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❌  High Error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212140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Manual data entry mistakes in ICD-10 / CPT coding cause incorrect rejections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73736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⚖  Inconsistency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2140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Different adjusters reach different decisions on identical claims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📋  Poor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8444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Decisions tracked via paper notes and email chains — not auditable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320040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🔍  Fraud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358444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Manual reviewers cannot cross-reference all historical claims simultaneously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320040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😓  Reviewer Burnout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58444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High-volume, repetitive review tasks reduce accuracy over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60720"/>
            <a:ext cx="11640312" cy="841248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15584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Core Gap: No unified system that can extract, validate, retrieve policy context, recommend a decision, and present it to a human — in a single automated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Selected Theme &amp;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66"/>
                </a:solidFill>
                <a:latin typeface="Calibri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EBD"/>
                </a:solidFill>
                <a:latin typeface="Calibri"/>
              </a:rPr>
              <a:t>🏥  Healthcare &amp; Insurance Technology (HealthTech / InsurTech)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Insurance claim review automation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HIPAA-compliant data processing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AI-assisted decision support for claims adjusters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Fraud detection and compliance enforcement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669280" cy="2560320"/>
          </a:xfrm>
          <a:prstGeom prst="rect">
            <a:avLst/>
          </a:prstGeom>
          <a:solidFill>
            <a:srgbClr val="E8F4FD"/>
          </a:solidFill>
          <a:ln w="1905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66"/>
                </a:solidFill>
                <a:latin typeface="Calibri"/>
              </a:rPr>
              <a:t>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EBD"/>
                </a:solidFill>
                <a:latin typeface="Calibri"/>
              </a:rPr>
              <a:t>🤖  Agentic AI with Human-in-the-Loop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Multiple specialised AI agents collaborate in a defined workflow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Each agent performs a distinct role: extract → validate → recommend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LangGraph orchestrates the multi-agent pipeline as a StateGraph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Mandatory human approval gate before every final decision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All decisions are auditable and overridable by human reviewers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11640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593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Why This Domain + Theme Combination?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25112"/>
            <a:ext cx="11274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Healthcare claims are document-heavy, rule-intensive, and high-stakes — ideal for structured multi-agent AI.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Policy rules change frequently — RAG lets the system stay current without retraining the model.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Financial and patient-care consequences demand human oversight — the Human-in-the-Loop gate ensures AI is advisory, not authoritative.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ClaimIQ — end-to-end AI claim review in under 20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66"/>
                </a:solidFill>
                <a:latin typeface="Calibri"/>
              </a:rPr>
              <a:t>ClaimIQ is an AI-powered, multi-agent healthcare claim review system that orchestrates four specialised AI agents using LangGraph, enhanced by a RAG knowledge base of insurance policy documents, culminating in a human-supervised final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2651760" cy="16916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Agent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OCR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F4FD"/>
                </a:solidFill>
                <a:latin typeface="Calibri"/>
              </a:rPr>
              <a:t>pdfplumber +
GPT-4o-mini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Extracts 15 structured
fields from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1" y="25146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79" y="1828800"/>
            <a:ext cx="2651760" cy="16916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Agent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Validation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F4FD"/>
                </a:solidFill>
                <a:latin typeface="Calibri"/>
              </a:rPr>
              <a:t>Rule-based
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Checks 12 fields,
codes &amp; 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5146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828800"/>
            <a:ext cx="2651760" cy="16916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Agent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Recommendation
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F4FD"/>
                </a:solidFill>
                <a:latin typeface="Calibri"/>
              </a:rPr>
              <a:t>RAG + GPT-4o-mini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Policy-grounded
APPROVE/REJECT/REVIEW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5146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828800"/>
            <a:ext cx="2651760" cy="1691640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Human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Human Approval
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Streamlit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Reviewer confirms
or overrides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🔍 Transparent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Every recommendation cites the exact policy clause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6976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28416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👤 Human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8416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AI never finalises a claim unilaterally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🛡 Graceful Degradation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Works even if OpenAI or S3 is unavailable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62288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📁 Full Audit Trail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Every decision stored as timestamped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Three-layer design: UI → Orchestration →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325880"/>
            <a:ext cx="960120" cy="12344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905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2788920"/>
            <a:ext cx="960120" cy="12344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2880360"/>
            <a:ext cx="905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ORCHESTRATION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4572000"/>
            <a:ext cx="960120" cy="12344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" y="4663440"/>
            <a:ext cx="905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SERVICES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1280160"/>
            <a:ext cx="10652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Process New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Upload PDF / select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Review &amp; 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Human Approval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Claims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Dashboard &amp;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About /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System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2743200"/>
            <a:ext cx="10652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LangGraph StateGraph  (ClaimState)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090672"/>
            <a:ext cx="2377440" cy="8046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44752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OCR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34015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3090672"/>
            <a:ext cx="2377440" cy="8046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0791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Validation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4015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090672"/>
            <a:ext cx="2377440" cy="8046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Recommendation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34015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3090672"/>
            <a:ext cx="2377440" cy="804672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62872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Human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4407408"/>
            <a:ext cx="32004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81328" y="446227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AI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4773168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OpenAI GPT-4o-mini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5120640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text-embedding-3-small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407408"/>
            <a:ext cx="32004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0328" y="446227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Knowledge 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0328" y="4773168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ChromaDB Vector 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0328" y="5120640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3 Policy PDFs (~150 chunks)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407408"/>
            <a:ext cx="32004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446227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4773168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Local JSON (data/outputs/)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120640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AWS S3 (optional cloud)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5888736"/>
            <a:ext cx="11795760" cy="7772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5943600"/>
            <a:ext cx="116128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Flow: PDF Upload → OCR → Validation → RAG Retrieval → LLM Recommendation → Human Approval → S3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Agent Workflow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LangGraph StateGraph — four nodes, one shared ClaimState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64592" cy="1298448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188720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4358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Agent 1 — OCR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43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src/agents/ocr_agent.py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Opens PDF with pdfplumber, extracts raw 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Calls GPT-4o-mini with response_format=json_object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Returns 15 structured fields (patient, provider, codes, amounts)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Sets confidence: HIGH (12+ fields) / MEDIUM / 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78608"/>
            <a:ext cx="164592" cy="1298448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578608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CD8"/>
                </a:solidFill>
                <a:latin typeface="Calibri"/>
              </a:rPr>
              <a:t>Agent 2 — Validation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334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src/agents/validation_agent.py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62656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Checks 6 mandatory fields — any missing → severity HIGH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Checks 6 important fields — missing → severity MEDIUM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Validates ICD-10, CPT, NPI formats via regex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Validates date logic: treatment ≤ claim date, filed within 365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68496"/>
            <a:ext cx="164592" cy="1298448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3968496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23359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Agent 3 — Recommendation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02335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src/agents/recommendation_agent.py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52544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Fast-path rules: duplicate, dental, experimental, &gt;$25K → instant decision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Retrieves top-5 policy chunks from ChromaDB via cosine similarity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Calls GPT-4o-mini with claim data + policy context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Returns APPROVE / REJECT / MANUAL_REVIEW with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58384"/>
            <a:ext cx="164592" cy="1298448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5358384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1324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B55"/>
                </a:solidFill>
                <a:latin typeface="Calibri"/>
              </a:rPr>
              <a:t>Human Approval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413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app.py + finalize_claim()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424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Pipeline pauses at awaiting_human_approval = True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Reviewer sees extracted fields, validation results, AI recommendation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Can Approve, Reject, or Override (override requires written justification)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finalize_claim() persists decision as timestamped JSON + S3 upload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Retrieval-Augmented Generation — grounding AI in current policy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66"/>
                </a:solidFill>
                <a:latin typeface="Calibri"/>
              </a:rPr>
              <a:t>Policy documents change — RAG lets the system use current rules without retraining the model. Every recommendation includes the exact policy clause that justified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INGESTION PIPELINE  (scripts/ingest_documents.py)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210312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📄 Policy PDFs
(3 documents)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7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205740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📝 Text Extraction
(pdfplumber)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9744" y="205740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✂️  Text Chunking
800 chars / 100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1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77455" y="205740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7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🔢 OpenAI Embeddings
text-embedding-3-small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057400"/>
            <a:ext cx="210312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🗄 ChromaDB
~150 chunks persisted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108960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RETRIEVAL PIPELINE  (at claim review time)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56432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📋 Claim Fields
(extracted)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7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42032" y="345643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5184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🔍 Build Query String
diagnosis + procedure
+ 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9744" y="345643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🔢 Query Embedding
text-embedding-3-small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77455" y="345643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7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📊 ChromaDB Search
top-5 cosine similarity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3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8" y="3456432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💡 Inject into
LLM Prompt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99431"/>
            <a:ext cx="5303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65429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Embedding Model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9834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Model: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9834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text-embedding-3-small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2120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Dimensions: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2120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1,536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406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Retrieval top-k: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4406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  (cosine similarity)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92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Chunk size: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6692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800 chars / 100 overlap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599431"/>
            <a:ext cx="5943600" cy="1353312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465429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🛡 Fallback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983479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If ChromaDB is unavailable or index is empty, the retriever returns a hard-coded FALLBACK_POLICY_CONTEXT with key rules extracted from all three policy documents — ensuring the Recommendation Agent always has some policy grounding.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Deployment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Two patterns: EC2 Docker Compose (dev) and ECS Fargate (production)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95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 A — EC2 + Docker 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Instance: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819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Ubuntu 22.04, t3.medium (2 vCPU / 4 GB)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Storage: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476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20 GB gp3 EBS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134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Region: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3134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us-east-1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791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Access: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6791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Port 8501 (Streamlit) / 80+443 (Nginx)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0449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Use Case: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0449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Development, demos, low cost (~$30/mo)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74720"/>
            <a:ext cx="530352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urier New"/>
              </a:rPr>
              <a:t>services:
  claimiq:
    build: .
    ports: ["8501:8501"]
    env_file: .env
    volumes: [./data:/app/data]
    restart: unless-stopped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6792" y="1143000"/>
            <a:ext cx="557784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143000"/>
            <a:ext cx="5577840" cy="347472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1795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 B — ECS Fargate + ALB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15819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Compute: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15819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ECS Fargate — 1 vCPU / 2 GB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19476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Registry: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194767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Amazon ECR — Docker image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3134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Secrets: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31343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AWS Secrets Manager (OpenAI key)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6791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Load Bal.: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67919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ALB → port 80/443 → target 8501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0449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Logs: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304495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CloudWatch /ecs/claimiq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4107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Use Case: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4107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Production auto-scaling (~$40/mo)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715000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AWS Services Used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EC2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10512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ECS Fargate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6976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ECR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18304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73168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S3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Secrets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IAM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62288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ALB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43616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0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CloudWatch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Streamlit web application — five key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24328" y="118872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74336" y="118872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claimiq_demo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5195" y="1234440"/>
            <a:ext cx="11338560" cy="5029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5195" y="6373368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6EBD"/>
                </a:solidFill>
                <a:latin typeface="Calibri"/>
              </a:rPr>
              <a:t>Live Demo  |  ClaimIQ on AWS EC2 ap-south-1  |  http://13.206.252.215:8501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Outcomes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100 % accuracy on all 10 synthetic claim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94.1 %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Average OCR
Field Extraction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Validation Severity
Accuracy (10/10)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Recommendation
Accuracy (10/10)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&lt; 20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End-to-End
Processing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06040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Business Impact — Manual Process vs ClaimIQ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53512"/>
            <a:ext cx="11640312" cy="3474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999232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2999232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Manual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999232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ClaimIQ (AI)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99923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Improvement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00984"/>
            <a:ext cx="116403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355848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Extract claim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35584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5–10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355848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8–12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33558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~50× faster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85032"/>
            <a:ext cx="11640312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739896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Validate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37398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3–5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7398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&lt; 1 second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373989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300× faster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69080"/>
            <a:ext cx="116403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123944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Look up policy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4123944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5–15 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123944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2–4 seconds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412394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~200× faster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53128"/>
            <a:ext cx="11640312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507992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Total before human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2" y="450799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15–30 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507992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~15–20 seconds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450799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~100× faster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37176"/>
            <a:ext cx="116403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892040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Audit trail completeness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152" y="4892040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Inconsistent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89204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100 % 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61704" y="4892040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Fully auditable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221224"/>
            <a:ext cx="11640312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5276088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Decision consistency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2152" y="527608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Variable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5276088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Deterministic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61704" y="527608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Fully reproducible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Seven production-grade challenges resolved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4300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17043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Image-based PDFs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4356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pdfplumber extracts no text from scanned 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80136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Text-length guard + graceful MANUAL_REVIEW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14300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14300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117043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LangGraph Serialization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14356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Non-primitive types in ClaimState crashed 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80136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Agents store only strings/dicts/lists; json.dumps validation at each node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14300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14300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17043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ChromaDB Corruption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356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Interrupted ingestion left partial, misleading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80136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--reset flag to wipe and recreate; chunk count validation post-ingestion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46888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46888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49631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LLM JSON Parsing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276148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GPT-4o-mini wrapped JSON in markdown code fences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31272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3-step cleaning: direct parse → strip fences → regex extract → fallback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46888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46888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249631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Session State Race Cond.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7952" y="276148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Two concurrent submissions interleaved UI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31272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processing_lock flag; claim_id correlation; explicit state reset on new claim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3568" y="246888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246888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49631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EC2 Docker Permissions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6148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ubuntu user not in docker group on fresh EC2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1272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usermod -aG docker ubuntu step added to DEPLOYMENT.md checklist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79476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379476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382219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Cold Start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" y="408736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First claim took 25–40 s — blank spinner confused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" y="445312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Module-level initialisation; Streamlit progress spinner with status text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5148072"/>
            <a:ext cx="11676888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522122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Key Learnings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5550408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LangGraph StateGraph requires all state values to be JSON-serialisable — design state contracts early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RAG citation quality depends heavily on chunk size and overlap — 800/100 chars proved optimal for policy docs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Graceful degradation must be designed in from day one — every external call needs a fallback path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Human-in-the-loop UI needs clear confidence signals — confidence badges and policy citations drive reviewer trust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&amp;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Building on ClaimIQ's foundation — the roadmap ahead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344168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🔍  AWS Textract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783080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Replace pdfplumber with AWS Textract to handle image-based (scanned) PDFs without requiring a digital text layer — critical for real-world claim submissions.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1" y="1234440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7" y="1344168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🔄  Live Policy Document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7" y="1783080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Trigger automatic RAG re-ingestion via S3 event notifications when new policy PDFs are uploaded — keeping the knowledge base always current with zero manual intervention.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44168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🧠  Feedback Loop &amp;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83080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Capture human override decisions as training signal to iteratively improve the Recommendation Agent's prompt and reduce override rates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18104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22783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🏥  Multi-Plan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3666744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Parameterise the RAG retriever to filter by insurance plan code — enabling a single ClaimIQ instance to serve multiple insurance products simultaneously.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42231" y="3118104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7" y="322783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📊  Explainability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7" y="3666744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Visualise which specific policy chunks influenced each recommendation and display their cosine similarity scores — full AI decision explainability for compliance teams.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3118104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22783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🔔  Notification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666744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Email / Slack alerts to reviewers when high-priority claims arrive (experimental treatments, amounts &gt; $25K) — reducing review turnaround for critical cases.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3093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ClaimIQ Squad  •  Sushilkumar | Anupam | Ashish | Bishwajit | Arvind | Azim  •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